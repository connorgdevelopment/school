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9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2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1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03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8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2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5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8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7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9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3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0645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62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29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88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3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0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9FB4C43-8E55-493C-BB1A-0D8405C3704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8CC819-2F09-4D12-9769-DFCB62467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033F4D-320B-F6DC-AEEA-26889B6AF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Hooligan 2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BDF4FEB-2C3F-F94E-FB86-6938C426F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Rev Guarino</a:t>
            </a:r>
          </a:p>
        </p:txBody>
      </p:sp>
    </p:spTree>
    <p:extLst>
      <p:ext uri="{BB962C8B-B14F-4D97-AF65-F5344CB8AC3E}">
        <p14:creationId xmlns:p14="http://schemas.microsoft.com/office/powerpoint/2010/main" val="351245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7553-3153-7D45-85B1-36C1EC83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406537"/>
            <a:ext cx="9440034" cy="1088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Sculpted Model</a:t>
            </a:r>
            <a:endParaRPr lang="en-US" sz="4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6253E7-65E8-4CFA-9503-31AA96B77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15" name="Picture 14" descr="A statue of a person&#10;&#10;AI-generated content may be incorrect.">
            <a:extLst>
              <a:ext uri="{FF2B5EF4-FFF2-40B4-BE49-F238E27FC236}">
                <a16:creationId xmlns:a16="http://schemas.microsoft.com/office/drawing/2014/main" id="{B0656D24-B9C5-E9EB-A9F1-677FDEF6FA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" r="150" b="-8108"/>
          <a:stretch>
            <a:fillRect/>
          </a:stretch>
        </p:blipFill>
        <p:spPr>
          <a:xfrm>
            <a:off x="-1" y="-1"/>
            <a:ext cx="3565855" cy="6023429"/>
          </a:xfrm>
          <a:prstGeom prst="rect">
            <a:avLst/>
          </a:prstGeom>
        </p:spPr>
      </p:pic>
      <p:pic>
        <p:nvPicPr>
          <p:cNvPr id="11" name="Content Placeholder 10" descr="A white statue of a person&#10;&#10;AI-generated content may be incorrect.">
            <a:extLst>
              <a:ext uri="{FF2B5EF4-FFF2-40B4-BE49-F238E27FC236}">
                <a16:creationId xmlns:a16="http://schemas.microsoft.com/office/drawing/2014/main" id="{3A16E6C1-AA10-DCF7-57DE-B9AE3D35DC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084"/>
          <a:stretch>
            <a:fillRect/>
          </a:stretch>
        </p:blipFill>
        <p:spPr>
          <a:xfrm>
            <a:off x="3812895" y="-1"/>
            <a:ext cx="4072127" cy="4220666"/>
          </a:xfrm>
          <a:prstGeom prst="rect">
            <a:avLst/>
          </a:prstGeom>
        </p:spPr>
      </p:pic>
      <p:pic>
        <p:nvPicPr>
          <p:cNvPr id="13" name="Picture 12" descr="A white statue of a person&#10;&#10;AI-generated content may be incorrect.">
            <a:extLst>
              <a:ext uri="{FF2B5EF4-FFF2-40B4-BE49-F238E27FC236}">
                <a16:creationId xmlns:a16="http://schemas.microsoft.com/office/drawing/2014/main" id="{57297EDC-5719-F421-CB70-E448B6449D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" r="-2" b="11630"/>
          <a:stretch>
            <a:fillRect/>
          </a:stretch>
        </p:blipFill>
        <p:spPr>
          <a:xfrm>
            <a:off x="8132063" y="50798"/>
            <a:ext cx="4059936" cy="422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FD7DE-C05F-689A-58A5-579026DF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6BDC-7674-3FB9-CB98-93D645C1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693" y="4406537"/>
            <a:ext cx="9440034" cy="10883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Mesh and Seams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0DE23E4-B57B-4B20-1593-30402DC72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28C0EB-2004-8961-7801-5AEF4352A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r="5651"/>
          <a:stretch/>
        </p:blipFill>
        <p:spPr>
          <a:xfrm>
            <a:off x="-1" y="-1"/>
            <a:ext cx="3565855" cy="602342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5F1406-9BA9-E560-5B7F-39B57615D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8" b="11718"/>
          <a:stretch/>
        </p:blipFill>
        <p:spPr>
          <a:xfrm>
            <a:off x="3812895" y="-1"/>
            <a:ext cx="4072127" cy="4220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3A8641-299C-76D4-DE67-3AD797BBFE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31" b="4631"/>
          <a:stretch/>
        </p:blipFill>
        <p:spPr>
          <a:xfrm>
            <a:off x="8132063" y="50798"/>
            <a:ext cx="4059936" cy="422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1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68F83-841C-B962-E2B8-9248D13A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09FB-B305-A5C4-A51B-C287F471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885" y="4406537"/>
            <a:ext cx="5150140" cy="20998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UV (Pile of Woe)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0CE02D8-DB18-2556-CAFF-249D263C7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4" name="Picture 3" descr="A black and white image of a black and white image of a black and white image of a black and white image of a black and white image of a black and white image of a black and&#10;&#10;AI-generated content may be incorrect.">
            <a:extLst>
              <a:ext uri="{FF2B5EF4-FFF2-40B4-BE49-F238E27FC236}">
                <a16:creationId xmlns:a16="http://schemas.microsoft.com/office/drawing/2014/main" id="{A34CD84D-C6BF-A08C-51F5-EBCF85E4E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5" y="0"/>
            <a:ext cx="6809761" cy="2525035"/>
          </a:xfrm>
          <a:prstGeom prst="rect">
            <a:avLst/>
          </a:prstGeom>
        </p:spPr>
      </p:pic>
      <p:pic>
        <p:nvPicPr>
          <p:cNvPr id="6" name="Picture 5" descr="A black and white image of different shapes&#10;&#10;AI-generated content may be incorrect.">
            <a:extLst>
              <a:ext uri="{FF2B5EF4-FFF2-40B4-BE49-F238E27FC236}">
                <a16:creationId xmlns:a16="http://schemas.microsoft.com/office/drawing/2014/main" id="{EF1C3310-3713-CB37-318E-732AFDDF7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5" y="2609293"/>
            <a:ext cx="6761073" cy="2064640"/>
          </a:xfrm>
          <a:prstGeom prst="rect">
            <a:avLst/>
          </a:prstGeom>
        </p:spPr>
      </p:pic>
      <p:pic>
        <p:nvPicPr>
          <p:cNvPr id="8" name="Picture 7" descr="A group of black objects&#10;&#10;AI-generated content may be incorrect.">
            <a:extLst>
              <a:ext uri="{FF2B5EF4-FFF2-40B4-BE49-F238E27FC236}">
                <a16:creationId xmlns:a16="http://schemas.microsoft.com/office/drawing/2014/main" id="{060DA211-7BFB-9338-B5E2-C2F563F68D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5" y="4758192"/>
            <a:ext cx="6658668" cy="2099808"/>
          </a:xfrm>
          <a:prstGeom prst="rect">
            <a:avLst/>
          </a:prstGeom>
        </p:spPr>
      </p:pic>
      <p:pic>
        <p:nvPicPr>
          <p:cNvPr id="10" name="Picture 9" descr="A black and white image of various shapes&#10;&#10;AI-generated content may be incorrect.">
            <a:extLst>
              <a:ext uri="{FF2B5EF4-FFF2-40B4-BE49-F238E27FC236}">
                <a16:creationId xmlns:a16="http://schemas.microsoft.com/office/drawing/2014/main" id="{51AECF1A-D2B1-2F7A-7C4A-050FF0324B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469" y="3629"/>
            <a:ext cx="3086531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7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5E81-6A06-120D-CB6B-360A8CB3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FDCD-80E9-136B-13FC-8AC46FE2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299" y="716511"/>
            <a:ext cx="5150140" cy="20998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Rig Progress (Oof)</a:t>
            </a:r>
          </a:p>
        </p:txBody>
      </p:sp>
      <p:pic>
        <p:nvPicPr>
          <p:cNvPr id="5" name="Picture 4" descr="A close up of a statue&#10;&#10;AI-generated content may be incorrect.">
            <a:extLst>
              <a:ext uri="{FF2B5EF4-FFF2-40B4-BE49-F238E27FC236}">
                <a16:creationId xmlns:a16="http://schemas.microsoft.com/office/drawing/2014/main" id="{CD7341AE-3F1C-AD88-73E6-205D27C53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1655"/>
            <a:ext cx="5706200" cy="1414760"/>
          </a:xfrm>
          <a:prstGeom prst="rect">
            <a:avLst/>
          </a:prstGeom>
        </p:spPr>
      </p:pic>
      <p:pic>
        <p:nvPicPr>
          <p:cNvPr id="9" name="Picture 8" descr="A white statue with lines and points on it&#10;&#10;AI-generated content may be incorrect.">
            <a:extLst>
              <a:ext uri="{FF2B5EF4-FFF2-40B4-BE49-F238E27FC236}">
                <a16:creationId xmlns:a16="http://schemas.microsoft.com/office/drawing/2014/main" id="{FCA42ED4-D673-D883-02F6-DAAFE980E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00" y="599680"/>
            <a:ext cx="5572903" cy="565864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378AF0-1049-6741-F84B-EFD2C62DA5C4}"/>
              </a:ext>
            </a:extLst>
          </p:cNvPr>
          <p:cNvSpPr txBox="1">
            <a:spLocks/>
          </p:cNvSpPr>
          <p:nvPr/>
        </p:nvSpPr>
        <p:spPr>
          <a:xfrm>
            <a:off x="6229299" y="2816318"/>
            <a:ext cx="5150140" cy="34420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Ran into a lot of problems with bones moving </a:t>
            </a:r>
            <a:r>
              <a:rPr lang="en-US" sz="2400" dirty="0" err="1"/>
              <a:t>waaaaaay</a:t>
            </a:r>
            <a:r>
              <a:rPr lang="en-US" sz="2400" dirty="0"/>
              <a:t> too much of the model.</a:t>
            </a:r>
          </a:p>
          <a:p>
            <a:endParaRPr lang="en-US" sz="2400" dirty="0"/>
          </a:p>
          <a:p>
            <a:r>
              <a:rPr lang="en-US" sz="2400" dirty="0"/>
              <a:t>Made worse by a problem in my mesh. At one point I cut and changed the hands I had after they had been joined and apparently didn’t connect the edges?</a:t>
            </a:r>
          </a:p>
          <a:p>
            <a:endParaRPr lang="en-US" sz="2400" dirty="0"/>
          </a:p>
          <a:p>
            <a:r>
              <a:rPr lang="en-US" sz="2400" dirty="0"/>
              <a:t>Haven’t started on face yet, and have no plan of attack for that yet.</a:t>
            </a:r>
          </a:p>
        </p:txBody>
      </p:sp>
    </p:spTree>
    <p:extLst>
      <p:ext uri="{BB962C8B-B14F-4D97-AF65-F5344CB8AC3E}">
        <p14:creationId xmlns:p14="http://schemas.microsoft.com/office/powerpoint/2010/main" val="3450308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21</TotalTime>
  <Words>85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Hooligan 2</vt:lpstr>
      <vt:lpstr>Sculpted Model</vt:lpstr>
      <vt:lpstr>Mesh and Seams</vt:lpstr>
      <vt:lpstr>UV (Pile of Woe)</vt:lpstr>
      <vt:lpstr>Rig Progress (Oof)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Guarino, Rev</dc:creator>
  <cp:lastModifiedBy>Guarino, Rev</cp:lastModifiedBy>
  <cp:revision>8</cp:revision>
  <dcterms:created xsi:type="dcterms:W3CDTF">2025-09-10T13:22:16Z</dcterms:created>
  <dcterms:modified xsi:type="dcterms:W3CDTF">2025-11-19T14:58:24Z</dcterms:modified>
</cp:coreProperties>
</file>